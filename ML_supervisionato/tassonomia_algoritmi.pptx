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3" d="100"/>
          <a:sy n="93" d="100"/>
        </p:scale>
        <p:origin x="1272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2D7C5D-CB12-48CC-AE64-76D15EA5FD24}" type="datetimeFigureOut">
              <a:rPr lang="it-IT" smtClean="0"/>
              <a:t>09/02/2026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D18DB7-D65F-40D1-AF88-E6172E3AA2E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971412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D18DB7-D65F-40D1-AF88-E6172E3AA2EE}" type="slidenum">
              <a:rPr lang="it-IT" smtClean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208247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435E20C-47E8-3F03-1971-DA0F362CCA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614B3CB6-B236-F61C-DE70-BBCB529CED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33DA215-09E5-6BAE-E043-518E97E33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1D1F8-9A50-4DB0-8A55-308BEFD8FCD4}" type="datetimeFigureOut">
              <a:rPr lang="it-IT" smtClean="0"/>
              <a:t>09/02/2026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04E0B2B-95B7-2575-AEE7-4D3D4BA11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255F933-3D16-735D-3E0A-BCA952E4D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9A808-0A50-4EA5-8271-21458667301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641716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3CD2F6D-FDE1-3C4E-7BBF-76B796DD1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92833F0-9565-9903-CA25-B7537C28AB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CFA0873-E358-D51C-6736-FC62DC0738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1D1F8-9A50-4DB0-8A55-308BEFD8FCD4}" type="datetimeFigureOut">
              <a:rPr lang="it-IT" smtClean="0"/>
              <a:t>09/02/2026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88955B8-3AAB-1F1E-D443-4AD0CA35F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09059EA-AA5C-4D5A-8880-6B0C4810B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9A808-0A50-4EA5-8271-21458667301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867049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7F19732-AF89-03FE-D3F1-2858AFE6E4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EF8E22F4-0342-C238-D152-24A5E1CAE0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7053735-A828-B26F-A553-9719294F5E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1D1F8-9A50-4DB0-8A55-308BEFD8FCD4}" type="datetimeFigureOut">
              <a:rPr lang="it-IT" smtClean="0"/>
              <a:t>09/02/2026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4E44F6C-6647-9957-6E6B-700D3AB818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903A39F-AC20-B7AC-A436-8C9A120FB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9A808-0A50-4EA5-8271-21458667301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798217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0637A06-0D68-3156-EA4D-A471E49CDF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8C83EE1-EFB6-6D0F-72B1-5EAA43AE39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55AD68CC-945D-4783-6144-2EC371F185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D30F8709-739E-83B2-4EAD-2FDD6D2E0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1D1F8-9A50-4DB0-8A55-308BEFD8FCD4}" type="datetimeFigureOut">
              <a:rPr lang="it-IT" smtClean="0"/>
              <a:t>09/02/2026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EE3731E-78DE-8BB6-CAD1-85D3F0F3D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4F27D342-776D-7546-D4DA-3B5A46AF5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9A808-0A50-4EA5-8271-21458667301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96554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E76B53A-4B66-B592-A64D-7E9DC5A512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D983A67B-0D9A-00BC-4A30-249D2A1A15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A5BD9CC3-6193-D6B3-7470-25CFFB1BDF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0A2805F0-9043-DC8D-72DA-39F735F41D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7E422516-F369-0BAA-040D-7D5FFAE098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5E0B0544-AD5E-1D3F-72D4-B54AADC83B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1D1F8-9A50-4DB0-8A55-308BEFD8FCD4}" type="datetimeFigureOut">
              <a:rPr lang="it-IT" smtClean="0"/>
              <a:t>09/02/2026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117F2A14-3D6C-0DF7-169D-45AAF72815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09224C6B-7283-6C9A-BEA0-EBB5BD469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9A808-0A50-4EA5-8271-21458667301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661278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5FB4C7F-8B70-35C4-F746-18CE7FCAA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2226F026-443E-2D53-6714-EF03013F1C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1D1F8-9A50-4DB0-8A55-308BEFD8FCD4}" type="datetimeFigureOut">
              <a:rPr lang="it-IT" smtClean="0"/>
              <a:t>09/02/2026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8D48F6AD-2DBB-C557-90FA-BB3CA6B33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DF899E2F-DFEE-6335-4FCB-DDF9F7D13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9A808-0A50-4EA5-8271-21458667301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584230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C7B119A4-C1B8-4F92-29FC-56302A50F3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1D1F8-9A50-4DB0-8A55-308BEFD8FCD4}" type="datetimeFigureOut">
              <a:rPr lang="it-IT" smtClean="0"/>
              <a:t>09/02/2026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B81F474D-B0AA-033B-3ED8-ADC1C36F7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E38F383F-449F-B5B7-74E7-C4EF6B890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9A808-0A50-4EA5-8271-21458667301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340103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867334B-4411-5B43-D65F-C07C2AF3C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DD84571-6A49-161A-F9DC-86388EB85E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0A24C8B7-C2B9-046D-F941-306D3F38B0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A48F52CE-7F7B-F780-890E-D32E16DFB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1D1F8-9A50-4DB0-8A55-308BEFD8FCD4}" type="datetimeFigureOut">
              <a:rPr lang="it-IT" smtClean="0"/>
              <a:t>09/02/2026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AD6A41EA-06EB-9967-C490-AB2FD10B6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B0351194-351E-4EC4-4BBF-0402ACAEC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9A808-0A50-4EA5-8271-21458667301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209896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311EDDA-7D8F-2F68-3225-C1E90FC1E5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D8C54051-9625-047C-CEDD-163692F9B6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4D4FC182-2A3A-5DEB-259E-0587D26501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B3931C1F-D072-47B8-8C3E-97AD976795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1D1F8-9A50-4DB0-8A55-308BEFD8FCD4}" type="datetimeFigureOut">
              <a:rPr lang="it-IT" smtClean="0"/>
              <a:t>09/02/2026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E29E290C-E2B6-F17F-5CAA-93181B5B42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D455DB99-EC82-1F80-D074-7AEFAAFAE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9A808-0A50-4EA5-8271-21458667301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555661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1970041-9136-F053-69DA-AA811BBB2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36DD9FDD-08DE-03A9-7037-3D4E0A8870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A7444DA-495A-BF1A-13EB-E662B27AF5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1D1F8-9A50-4DB0-8A55-308BEFD8FCD4}" type="datetimeFigureOut">
              <a:rPr lang="it-IT" smtClean="0"/>
              <a:t>09/02/2026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B68D887-A5AF-C667-A05F-EEAF800468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A35D83F-7EC2-C450-8113-1FB5609F4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9A808-0A50-4EA5-8271-21458667301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688080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8F0AADA7-C065-3569-FC7D-F0DD36DD99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965A5AF7-CCE1-7E8C-A165-F813A610BD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211C3BA-AFBF-F1D7-2F65-CFB6387737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1D1F8-9A50-4DB0-8A55-308BEFD8FCD4}" type="datetimeFigureOut">
              <a:rPr lang="it-IT" smtClean="0"/>
              <a:t>09/02/2026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EE63A85-7170-CE25-4F3A-71CC08B85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44941D5-91F0-E029-E932-38E5097E36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9A808-0A50-4EA5-8271-21458667301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131422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6F51A489-76D7-FCD2-BF14-2DDDAFB99C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B18040DA-0DF1-DB20-6CBC-92D8307AD5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35778B5-4F25-7C19-68FC-A6C808DF5D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61D1F8-9A50-4DB0-8A55-308BEFD8FCD4}" type="datetimeFigureOut">
              <a:rPr lang="it-IT" smtClean="0"/>
              <a:t>09/02/2026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161AB82-8A9B-1AFA-BE43-C94C20AE47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A8F2892-8825-7DEF-5CF0-10CF6D3DBF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39A808-0A50-4EA5-8271-21458667301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44448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 descr="Immagine che contiene testo, schermata, Carattere, documento&#10;&#10;Il contenuto generato dall'IA potrebbe non essere corretto.">
            <a:extLst>
              <a:ext uri="{FF2B5EF4-FFF2-40B4-BE49-F238E27FC236}">
                <a16:creationId xmlns:a16="http://schemas.microsoft.com/office/drawing/2014/main" id="{EDA380AD-86FF-477D-AC4E-37AA29E9EB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34" y="943550"/>
            <a:ext cx="5873363" cy="5447631"/>
          </a:xfrm>
          <a:prstGeom prst="rect">
            <a:avLst/>
          </a:prstGeom>
        </p:spPr>
      </p:pic>
      <p:pic>
        <p:nvPicPr>
          <p:cNvPr id="7" name="Immagine 6" descr="Immagine che contiene testo, schermata, Carattere, numero&#10;&#10;Il contenuto generato dall'IA potrebbe non essere corretto.">
            <a:extLst>
              <a:ext uri="{FF2B5EF4-FFF2-40B4-BE49-F238E27FC236}">
                <a16:creationId xmlns:a16="http://schemas.microsoft.com/office/drawing/2014/main" id="{51BB1207-FC0F-AEC4-3C82-3505166EBE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0965" y="943551"/>
            <a:ext cx="5925494" cy="3875029"/>
          </a:xfrm>
          <a:prstGeom prst="rect">
            <a:avLst/>
          </a:prstGeom>
        </p:spPr>
      </p:pic>
      <p:sp>
        <p:nvSpPr>
          <p:cNvPr id="8" name="CasellaDiTesto 7">
            <a:extLst>
              <a:ext uri="{FF2B5EF4-FFF2-40B4-BE49-F238E27FC236}">
                <a16:creationId xmlns:a16="http://schemas.microsoft.com/office/drawing/2014/main" id="{6CE9B83D-CAFD-709C-68F6-56B1BEF2D28E}"/>
              </a:ext>
            </a:extLst>
          </p:cNvPr>
          <p:cNvSpPr txBox="1"/>
          <p:nvPr/>
        </p:nvSpPr>
        <p:spPr>
          <a:xfrm>
            <a:off x="3635441" y="133565"/>
            <a:ext cx="49110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dirty="0"/>
              <a:t>Modelli discriminativi vs generativi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BDA2E974-9B38-74DF-5963-1F082434BB07}"/>
              </a:ext>
            </a:extLst>
          </p:cNvPr>
          <p:cNvSpPr txBox="1"/>
          <p:nvPr/>
        </p:nvSpPr>
        <p:spPr>
          <a:xfrm>
            <a:off x="4099389" y="3492928"/>
            <a:ext cx="15616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b="1" dirty="0">
                <a:solidFill>
                  <a:srgbClr val="C00000"/>
                </a:solidFill>
              </a:rPr>
              <a:t>Rete MLP, CNN</a:t>
            </a:r>
          </a:p>
        </p:txBody>
      </p:sp>
      <p:pic>
        <p:nvPicPr>
          <p:cNvPr id="11" name="Immagine 10" descr="Immagine che contiene Carattere, logo, Elementi grafici, grafica&#10;&#10;Il contenuto generato dall'IA potrebbe non essere corretto.">
            <a:extLst>
              <a:ext uri="{FF2B5EF4-FFF2-40B4-BE49-F238E27FC236}">
                <a16:creationId xmlns:a16="http://schemas.microsoft.com/office/drawing/2014/main" id="{A2A77542-4451-FC9B-A2B0-86D75983FD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02265" y="133565"/>
            <a:ext cx="1381290" cy="578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83069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9</Words>
  <Application>Microsoft Office PowerPoint</Application>
  <PresentationFormat>Widescreen</PresentationFormat>
  <Paragraphs>3</Paragraphs>
  <Slides>1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di Office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Antonio Piemontese</dc:creator>
  <cp:lastModifiedBy>Antonio Piemontese</cp:lastModifiedBy>
  <cp:revision>1</cp:revision>
  <dcterms:created xsi:type="dcterms:W3CDTF">2026-02-09T11:09:29Z</dcterms:created>
  <dcterms:modified xsi:type="dcterms:W3CDTF">2026-02-09T11:14:26Z</dcterms:modified>
</cp:coreProperties>
</file>